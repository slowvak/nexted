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2CD56-E97A-32EB-0AE8-C13EEC82C2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7C9070-DCB2-4367-27FF-F0DF932852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CE7273-6C5C-CB07-57CC-4999C6707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1549F-F8F7-CA4E-8D2B-01C51F176F74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B6F7E4-2333-22BA-7FB3-D6933657A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DA66C3-C64D-FD50-9365-056D0C995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33E3A-7237-E44C-AF0C-663A3502DE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903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68535-3C68-613C-9F77-36356C1E5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FFD51D-CD61-53E7-04D5-4C7A7696BC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D60AD3-0A23-559C-D971-D5AFA2B4E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1549F-F8F7-CA4E-8D2B-01C51F176F74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A8FB31-A3E1-1707-FD86-5BC7F078E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9FC270-76F9-4411-56AB-5DE43D103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33E3A-7237-E44C-AF0C-663A3502DE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366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C73CF-D2B9-A946-1FA0-835B2F560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3A520A-90D5-03E0-EE26-3E825F36E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DF5665-C81E-59F8-B7CC-19F8EBBFE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1549F-F8F7-CA4E-8D2B-01C51F176F74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052707-6A4C-5D87-D4A5-2BB659D9B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5B9DB0-93A1-7E7A-CBC4-8A33B0E76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33E3A-7237-E44C-AF0C-663A3502DE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308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FC228-E0A3-C80C-5811-E503F3EAD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906EE8-BC2F-9F0C-9348-8E37E76079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9A5F9-2F03-2203-F8FE-1F6C001D48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6A728D-A2ED-8ECA-D84D-6AC34B237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1549F-F8F7-CA4E-8D2B-01C51F176F74}" type="datetimeFigureOut">
              <a:rPr lang="en-US" smtClean="0"/>
              <a:t>3/23/26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186245-5F03-B8FB-39D1-7C5487C19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A73F4D-08D6-91CF-A6C9-C4DDF992C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33E3A-7237-E44C-AF0C-663A3502DE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075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1E11A-CD0F-5DCD-59FD-322397809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1857D6-72B3-4427-1527-673018B9F5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7E1DF6-ECBB-D9AE-0BBE-642F8054F8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4A1D70-B18D-3A88-DEB3-E07A75EBC9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FED931-2824-DD0C-BFD1-B146C4940C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F44AA9-8F51-B174-2915-3DDCBB8C9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1549F-F8F7-CA4E-8D2B-01C51F176F74}" type="datetimeFigureOut">
              <a:rPr lang="en-US" smtClean="0"/>
              <a:t>3/23/26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C9EE4D-E9BC-1101-6517-976B0FC73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9F0AE8-5F17-F215-3E16-1F8915C1D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33E3A-7237-E44C-AF0C-663A3502DE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321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BFBFF-7892-4EA4-773B-17BF323EB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622A71-8C7C-E830-E764-F1DB8B40F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1549F-F8F7-CA4E-8D2B-01C51F176F74}" type="datetimeFigureOut">
              <a:rPr lang="en-US" smtClean="0"/>
              <a:t>3/23/26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B715AA-EBD9-D619-E9EB-7B323880D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5A0DF7-D2FE-8CB1-4CBF-9EC77B982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33E3A-7237-E44C-AF0C-663A3502DE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862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442884-C7F1-DC8A-0A72-6C769049A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1549F-F8F7-CA4E-8D2B-01C51F176F74}" type="datetimeFigureOut">
              <a:rPr lang="en-US" smtClean="0"/>
              <a:t>3/23/26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A5AFF6-0A03-DE8C-39B2-FDECF442C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134860-A8FC-0A4E-0AE7-C3FFF5168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33E3A-7237-E44C-AF0C-663A3502DE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839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CF514-B369-DD92-127D-AB2BA8B00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1713A8-C0EF-DD08-8790-6D1945EAAE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A57EE3-367C-6886-DE0F-EB8EAF238A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27D26B-6139-1976-BB48-47A30BDC4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1549F-F8F7-CA4E-8D2B-01C51F176F74}" type="datetimeFigureOut">
              <a:rPr lang="en-US" smtClean="0"/>
              <a:t>3/23/26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318407-8244-3AB9-A9B1-09D4D5E26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12D6DB-D788-3F10-D862-4D5E48502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33E3A-7237-E44C-AF0C-663A3502DE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470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DF47A-C281-6306-9EA9-2702B4DC5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567F27-2B83-C917-5027-45ACFFF372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6BC7C6-834D-62C0-8A1A-0757386CF8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F05F8B-8BE7-C7A1-F337-EF51A683C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1549F-F8F7-CA4E-8D2B-01C51F176F74}" type="datetimeFigureOut">
              <a:rPr lang="en-US" smtClean="0"/>
              <a:t>3/23/26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831E15-5364-43E9-F03C-D17A41BFB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192875-3B64-C5E1-3D5D-7152687FE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33E3A-7237-E44C-AF0C-663A3502DE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587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73862-F16E-C4D7-AE3B-696D653E5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2BBCFB-815F-F7A1-69C5-00273B48A0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1CB4F8-2BC8-DD14-420E-978359C94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1549F-F8F7-CA4E-8D2B-01C51F176F74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D503BC-F500-D28D-9D22-0D93FFA85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949C57-4B51-04C0-F123-71AC8F5A9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33E3A-7237-E44C-AF0C-663A3502DE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913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104EB4-0A02-64E2-E28C-AC027D1025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ED4591-EA18-7DB5-A948-298E9EE2B8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C2581-C51A-308F-96DD-07745776F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1549F-F8F7-CA4E-8D2B-01C51F176F74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6E3694-F889-7906-83CE-FDF110FD2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A5977-36C4-BC88-FF46-C83031BEE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33E3A-7237-E44C-AF0C-663A3502DE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6931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0BFDDB-9309-788E-D8BB-F59F2DEE7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9B232C-29AF-C9E2-B6F4-AE61386871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8CCA12-E31E-80CC-F7C2-45E5A8FE71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B1549F-F8F7-CA4E-8D2B-01C51F176F74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51513E-AEDE-C8F8-4767-87E74A39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BF108-613C-2940-DEAE-EC172B32CD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B33E3A-7237-E44C-AF0C-663A3502DE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850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A6E3A-DBEB-9FC3-A9F0-9FB88A9FD3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8A095E-FF2A-EA62-BA2E-204A0E2073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9C0C01-8B61-19B0-6E85-2093207F72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8736" y="0"/>
            <a:ext cx="9625914" cy="694139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39B6521-0A4E-487B-180A-A3EAEDE40A94}"/>
              </a:ext>
            </a:extLst>
          </p:cNvPr>
          <p:cNvSpPr/>
          <p:nvPr/>
        </p:nvSpPr>
        <p:spPr>
          <a:xfrm>
            <a:off x="148281" y="407773"/>
            <a:ext cx="1210962" cy="24713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83FDB7-8C71-2B53-C6E9-54F5AD54DDF6}"/>
              </a:ext>
            </a:extLst>
          </p:cNvPr>
          <p:cNvSpPr/>
          <p:nvPr/>
        </p:nvSpPr>
        <p:spPr>
          <a:xfrm>
            <a:off x="1705233" y="2069028"/>
            <a:ext cx="1210962" cy="10695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57860D-F86A-1E8F-F0A2-1E08656C2248}"/>
              </a:ext>
            </a:extLst>
          </p:cNvPr>
          <p:cNvSpPr/>
          <p:nvPr/>
        </p:nvSpPr>
        <p:spPr>
          <a:xfrm>
            <a:off x="131804" y="1494159"/>
            <a:ext cx="1210962" cy="24713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2EA8DE-B123-8AF0-D309-CC7FEA51C0EC}"/>
              </a:ext>
            </a:extLst>
          </p:cNvPr>
          <p:cNvSpPr/>
          <p:nvPr/>
        </p:nvSpPr>
        <p:spPr>
          <a:xfrm>
            <a:off x="148281" y="1910170"/>
            <a:ext cx="1210962" cy="24713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649BD35-628C-AAD1-AC4B-EB6615C2B6DD}"/>
              </a:ext>
            </a:extLst>
          </p:cNvPr>
          <p:cNvSpPr/>
          <p:nvPr/>
        </p:nvSpPr>
        <p:spPr>
          <a:xfrm>
            <a:off x="1618736" y="12357"/>
            <a:ext cx="2755556" cy="16063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1750D04-6EF2-A7CB-6D57-C4C3221E5F6A}"/>
              </a:ext>
            </a:extLst>
          </p:cNvPr>
          <p:cNvSpPr/>
          <p:nvPr/>
        </p:nvSpPr>
        <p:spPr>
          <a:xfrm>
            <a:off x="7208109" y="12357"/>
            <a:ext cx="1577545" cy="14828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44D94C5-749A-E832-C516-5DD2E57217C5}"/>
              </a:ext>
            </a:extLst>
          </p:cNvPr>
          <p:cNvSpPr/>
          <p:nvPr/>
        </p:nvSpPr>
        <p:spPr>
          <a:xfrm>
            <a:off x="7208109" y="3481861"/>
            <a:ext cx="1577545" cy="14828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9D9519-E99C-5776-E37D-84FAE59F7341}"/>
              </a:ext>
            </a:extLst>
          </p:cNvPr>
          <p:cNvSpPr/>
          <p:nvPr/>
        </p:nvSpPr>
        <p:spPr>
          <a:xfrm>
            <a:off x="3585519" y="4422261"/>
            <a:ext cx="2510481" cy="183025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0075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Brad Erickson</dc:creator>
  <cp:lastModifiedBy>Brad Erickson</cp:lastModifiedBy>
  <cp:revision>1</cp:revision>
  <dcterms:created xsi:type="dcterms:W3CDTF">2026-03-23T15:22:12Z</dcterms:created>
  <dcterms:modified xsi:type="dcterms:W3CDTF">2026-03-23T15:34:23Z</dcterms:modified>
</cp:coreProperties>
</file>